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60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761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084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511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3408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218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818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440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210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7359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6798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7745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9073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1124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6232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2699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4536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241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8991995-0D6B-43E3-B6CE-FD6F88EB15F4}" type="datetimeFigureOut">
              <a:rPr lang="es-AR" smtClean="0"/>
              <a:t>5/7/2025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0CCB8-7B2E-4641-80DC-C4E2165C71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344370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54955" y="584616"/>
            <a:ext cx="8825658" cy="4192766"/>
          </a:xfrm>
        </p:spPr>
        <p:txBody>
          <a:bodyPr/>
          <a:lstStyle/>
          <a:p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6" y="584616"/>
            <a:ext cx="8825658" cy="5591331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0523095" y="134911"/>
            <a:ext cx="53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7°i</a:t>
            </a:r>
          </a:p>
          <a:p>
            <a:endParaRPr lang="es-ES" dirty="0"/>
          </a:p>
          <a:p>
            <a:r>
              <a:rPr lang="es-ES" dirty="0"/>
              <a:t>0</a:t>
            </a:r>
            <a:r>
              <a:rPr lang="es-ES" dirty="0" smtClean="0"/>
              <a:t>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6774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LEANDAL 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Integrantes: Ojeda Leonardo, Ojeda Andrés y mansilla Alexis</a:t>
            </a:r>
            <a:endParaRPr lang="es-AR" dirty="0"/>
          </a:p>
        </p:txBody>
      </p:sp>
      <p:sp>
        <p:nvSpPr>
          <p:cNvPr id="8" name="CuadroTexto 7"/>
          <p:cNvSpPr txBox="1"/>
          <p:nvPr/>
        </p:nvSpPr>
        <p:spPr>
          <a:xfrm>
            <a:off x="10523095" y="134911"/>
            <a:ext cx="53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7°i</a:t>
            </a:r>
          </a:p>
          <a:p>
            <a:endParaRPr lang="es-ES" dirty="0"/>
          </a:p>
          <a:p>
            <a:r>
              <a:rPr lang="es-ES" dirty="0" smtClean="0"/>
              <a:t>03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284116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 </a:t>
            </a:r>
            <a:r>
              <a:rPr lang="es-ES" dirty="0" smtClean="0"/>
              <a:t>Introducción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/>
              <a:t>D</a:t>
            </a:r>
            <a:r>
              <a:rPr lang="es-AR" dirty="0" smtClean="0"/>
              <a:t>ecidimos </a:t>
            </a:r>
            <a:r>
              <a:rPr lang="es-AR" dirty="0"/>
              <a:t>elegir como proyecto realizar una </a:t>
            </a:r>
            <a:r>
              <a:rPr lang="es-AR" dirty="0" smtClean="0"/>
              <a:t>IA porque </a:t>
            </a:r>
            <a:r>
              <a:rPr lang="es-AR" dirty="0"/>
              <a:t>nos pareció un proyecto desafiante que nos ayudara como experiencia en el </a:t>
            </a:r>
            <a:r>
              <a:rPr lang="es-AR" dirty="0" smtClean="0"/>
              <a:t>futuro, </a:t>
            </a:r>
            <a:r>
              <a:rPr lang="es-AR" dirty="0"/>
              <a:t>a</a:t>
            </a:r>
            <a:r>
              <a:rPr lang="es-AR" dirty="0" smtClean="0"/>
              <a:t>demás de ser algo innovador en la escuela, teníamos una idea mas clara de como funciona una IA</a:t>
            </a:r>
            <a:endParaRPr lang="es-AR" dirty="0"/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 smtClean="0"/>
              <a:t>Otra opción que pensamos era </a:t>
            </a:r>
            <a:r>
              <a:rPr lang="es-AR" dirty="0"/>
              <a:t>hacer un videojuego como proyecto pero nos pareció muy complejo para desarrollarlo, además de que no nos convenció la idea </a:t>
            </a:r>
            <a:r>
              <a:rPr lang="es-AR" dirty="0" smtClean="0"/>
              <a:t>base.</a:t>
            </a:r>
            <a:endParaRPr lang="es-AR" dirty="0"/>
          </a:p>
          <a:p>
            <a:endParaRPr lang="es-AR" dirty="0"/>
          </a:p>
        </p:txBody>
      </p:sp>
      <p:sp>
        <p:nvSpPr>
          <p:cNvPr id="8" name="CuadroTexto 7"/>
          <p:cNvSpPr txBox="1"/>
          <p:nvPr/>
        </p:nvSpPr>
        <p:spPr>
          <a:xfrm>
            <a:off x="10523095" y="134911"/>
            <a:ext cx="53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7°i</a:t>
            </a:r>
          </a:p>
          <a:p>
            <a:endParaRPr lang="es-ES" dirty="0"/>
          </a:p>
          <a:p>
            <a:r>
              <a:rPr lang="es-ES" dirty="0" smtClean="0"/>
              <a:t>03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8708110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Tema del proyecto</a:t>
            </a:r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" dirty="0" smtClean="0"/>
              <a:t>Descripción</a:t>
            </a:r>
            <a:endParaRPr lang="es-AR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AR" dirty="0"/>
              <a:t>Nuestra idea para la IA es que pueda </a:t>
            </a:r>
            <a:r>
              <a:rPr lang="es-AR" dirty="0" smtClean="0"/>
              <a:t>responder </a:t>
            </a:r>
            <a:r>
              <a:rPr lang="es-AR" dirty="0"/>
              <a:t>preguntas sobre la escuela, que cada alumno con alguna </a:t>
            </a:r>
            <a:r>
              <a:rPr lang="es-AR" dirty="0" smtClean="0"/>
              <a:t>duda </a:t>
            </a:r>
            <a:r>
              <a:rPr lang="es-AR" dirty="0"/>
              <a:t>pueda preguntárselo a la IA y que esta le responda correctamente.</a:t>
            </a:r>
          </a:p>
          <a:p>
            <a:r>
              <a:rPr lang="es-AR" dirty="0" smtClean="0"/>
              <a:t>ayudaría </a:t>
            </a:r>
            <a:r>
              <a:rPr lang="es-AR" dirty="0"/>
              <a:t>a los alumnos (por lo general de ciclo básico) a entender mejor el contexto de la </a:t>
            </a:r>
            <a:r>
              <a:rPr lang="es-AR" dirty="0" smtClean="0"/>
              <a:t>escuela.</a:t>
            </a:r>
            <a:endParaRPr lang="es-AR" dirty="0"/>
          </a:p>
          <a:p>
            <a:endParaRPr lang="es-AR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s-ES" dirty="0" smtClean="0"/>
              <a:t>Objetivo</a:t>
            </a:r>
            <a:endParaRPr lang="es-AR" dirty="0"/>
          </a:p>
        </p:txBody>
      </p:sp>
      <p:sp>
        <p:nvSpPr>
          <p:cNvPr id="7" name="Marcador de contenido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s-AR" dirty="0" smtClean="0"/>
              <a:t>El objetivo </a:t>
            </a:r>
            <a:r>
              <a:rPr lang="es-AR" dirty="0"/>
              <a:t>que le dimos a nuestro proyecto es que pueda ser una herramienta a la que los alumnos puedan acudir en caso de necesitar ayuda a orientarse por la </a:t>
            </a:r>
            <a:r>
              <a:rPr lang="es-AR" dirty="0" smtClean="0"/>
              <a:t>escuela Y </a:t>
            </a:r>
            <a:r>
              <a:rPr lang="es-AR" dirty="0"/>
              <a:t>otro objetivo es que los alumnos estén bien informados a la hora </a:t>
            </a:r>
            <a:r>
              <a:rPr lang="es-AR" dirty="0" smtClean="0"/>
              <a:t>de decidir que orientación van a elegir</a:t>
            </a:r>
            <a:endParaRPr lang="es-AR" dirty="0"/>
          </a:p>
        </p:txBody>
      </p:sp>
      <p:sp>
        <p:nvSpPr>
          <p:cNvPr id="8" name="CuadroTexto 7"/>
          <p:cNvSpPr txBox="1"/>
          <p:nvPr/>
        </p:nvSpPr>
        <p:spPr>
          <a:xfrm>
            <a:off x="10538085" y="149902"/>
            <a:ext cx="539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7°i</a:t>
            </a:r>
          </a:p>
          <a:p>
            <a:endParaRPr lang="es-ES" dirty="0"/>
          </a:p>
          <a:p>
            <a:r>
              <a:rPr lang="es-ES" dirty="0" smtClean="0"/>
              <a:t>03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3524537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64</TotalTime>
  <Words>199</Words>
  <Application>Microsoft Office PowerPoint</Application>
  <PresentationFormat>Panorámica</PresentationFormat>
  <Paragraphs>23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Presentación de PowerPoint</vt:lpstr>
      <vt:lpstr>LEANDAL </vt:lpstr>
      <vt:lpstr> Introducción</vt:lpstr>
      <vt:lpstr>Tema del proyecto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LEANDAL </dc:title>
  <dc:creator>LangTecnologia</dc:creator>
  <cp:lastModifiedBy>LangTecnologia</cp:lastModifiedBy>
  <cp:revision>8</cp:revision>
  <dcterms:created xsi:type="dcterms:W3CDTF">2025-07-04T13:56:28Z</dcterms:created>
  <dcterms:modified xsi:type="dcterms:W3CDTF">2025-07-05T14:12:59Z</dcterms:modified>
</cp:coreProperties>
</file>