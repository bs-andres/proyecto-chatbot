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4" r:id="rId1"/>
  </p:sldMasterIdLst>
  <p:notesMasterIdLst>
    <p:notesMasterId r:id="rId12"/>
  </p:notesMasterIdLst>
  <p:sldIdLst>
    <p:sldId id="260" r:id="rId2"/>
    <p:sldId id="261" r:id="rId3"/>
    <p:sldId id="256" r:id="rId4"/>
    <p:sldId id="259" r:id="rId5"/>
    <p:sldId id="257" r:id="rId6"/>
    <p:sldId id="264" r:id="rId7"/>
    <p:sldId id="262" r:id="rId8"/>
    <p:sldId id="263" r:id="rId9"/>
    <p:sldId id="265" r:id="rId10"/>
    <p:sldId id="266" r:id="rId11"/>
  </p:sldIdLst>
  <p:sldSz cx="12192000" cy="6858000"/>
  <p:notesSz cx="6858000" cy="9144000"/>
  <p:defaultTextStyle>
    <a:defPPr>
      <a:defRPr lang="es-A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angTecnologia" initials="L" lastIdx="1" clrIdx="0">
    <p:extLst>
      <p:ext uri="{19B8F6BF-5375-455C-9EA6-DF929625EA0E}">
        <p15:presenceInfo xmlns:p15="http://schemas.microsoft.com/office/powerpoint/2012/main" userId="LangTecnologia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0" y="20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3" name="2 Marcador de fecha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1AFC92-822A-4E09-B55A-3E5FE7EACDA1}" type="datetimeFigureOut">
              <a:rPr lang="es-AR" smtClean="0"/>
              <a:t>14/7/2025</a:t>
            </a:fld>
            <a:endParaRPr lang="es-AR"/>
          </a:p>
        </p:txBody>
      </p:sp>
      <p:sp>
        <p:nvSpPr>
          <p:cNvPr id="4" name="3 Marcador de 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AR"/>
          </a:p>
        </p:txBody>
      </p:sp>
      <p:sp>
        <p:nvSpPr>
          <p:cNvPr id="5" name="4 Marcador de 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AR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EDEBA0-60E2-460D-A1AA-5267A262378C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6710563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EEDEBA0-60E2-460D-A1AA-5267A262378C}" type="slidenum">
              <a:rPr lang="es-AR" smtClean="0"/>
              <a:t>6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6142143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EEDEBA0-60E2-460D-A1AA-5267A262378C}" type="slidenum">
              <a:rPr lang="es-AR" smtClean="0"/>
              <a:t>8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41886504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EEDEBA0-60E2-460D-A1AA-5267A262378C}" type="slidenum">
              <a:rPr lang="es-AR" smtClean="0"/>
              <a:t>9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3171513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EEDEBA0-60E2-460D-A1AA-5267A262378C}" type="slidenum">
              <a:rPr lang="es-AR" smtClean="0"/>
              <a:t>10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1073449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 smtClean="0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991995-0D6B-43E3-B6CE-FD6F88EB15F4}" type="datetimeFigureOut">
              <a:rPr lang="es-AR" smtClean="0"/>
              <a:t>14/7/2025</a:t>
            </a:fld>
            <a:endParaRPr lang="es-A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A0CCB8-7B2E-4641-80DC-C4E2165C710C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4277612017"/>
      </p:ext>
    </p:extLst>
  </p:cSld>
  <p:clrMapOvr>
    <a:masterClrMapping/>
  </p:clrMapOvr>
  <p:transition spd="slow">
    <p:wheel spokes="1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991995-0D6B-43E3-B6CE-FD6F88EB15F4}" type="datetimeFigureOut">
              <a:rPr lang="es-AR" smtClean="0"/>
              <a:t>14/7/2025</a:t>
            </a:fld>
            <a:endParaRPr lang="es-A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A0CCB8-7B2E-4641-80DC-C4E2165C710C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950841182"/>
      </p:ext>
    </p:extLst>
  </p:cSld>
  <p:clrMapOvr>
    <a:masterClrMapping/>
  </p:clrMapOvr>
  <p:transition spd="slow">
    <p:wheel spokes="1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991995-0D6B-43E3-B6CE-FD6F88EB15F4}" type="datetimeFigureOut">
              <a:rPr lang="es-AR" smtClean="0"/>
              <a:t>14/7/2025</a:t>
            </a:fld>
            <a:endParaRPr lang="es-A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A0CCB8-7B2E-4641-80DC-C4E2165C710C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925112939"/>
      </p:ext>
    </p:extLst>
  </p:cSld>
  <p:clrMapOvr>
    <a:masterClrMapping/>
  </p:clrMapOvr>
  <p:transition spd="slow">
    <p:wheel spokes="1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991995-0D6B-43E3-B6CE-FD6F88EB15F4}" type="datetimeFigureOut">
              <a:rPr lang="es-AR" smtClean="0"/>
              <a:t>14/7/2025</a:t>
            </a:fld>
            <a:endParaRPr lang="es-A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A0CCB8-7B2E-4641-80DC-C4E2165C710C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823408703"/>
      </p:ext>
    </p:extLst>
  </p:cSld>
  <p:clrMapOvr>
    <a:masterClrMapping/>
  </p:clrMapOvr>
  <p:transition spd="slow">
    <p:wheel spokes="1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991995-0D6B-43E3-B6CE-FD6F88EB15F4}" type="datetimeFigureOut">
              <a:rPr lang="es-AR" smtClean="0"/>
              <a:t>14/7/2025</a:t>
            </a:fld>
            <a:endParaRPr lang="es-A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A0CCB8-7B2E-4641-80DC-C4E2165C710C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4112181951"/>
      </p:ext>
    </p:extLst>
  </p:cSld>
  <p:clrMapOvr>
    <a:masterClrMapping/>
  </p:clrMapOvr>
  <p:transition spd="slow">
    <p:wheel spokes="1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991995-0D6B-43E3-B6CE-FD6F88EB15F4}" type="datetimeFigureOut">
              <a:rPr lang="es-AR" smtClean="0"/>
              <a:t>14/7/2025</a:t>
            </a:fld>
            <a:endParaRPr lang="es-AR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A0CCB8-7B2E-4641-80DC-C4E2165C710C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048184841"/>
      </p:ext>
    </p:extLst>
  </p:cSld>
  <p:clrMapOvr>
    <a:masterClrMapping/>
  </p:clrMapOvr>
  <p:transition spd="slow">
    <p:wheel spokes="1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991995-0D6B-43E3-B6CE-FD6F88EB15F4}" type="datetimeFigureOut">
              <a:rPr lang="es-AR" smtClean="0"/>
              <a:t>14/7/2025</a:t>
            </a:fld>
            <a:endParaRPr lang="es-AR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A0CCB8-7B2E-4641-80DC-C4E2165C710C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654403463"/>
      </p:ext>
    </p:extLst>
  </p:cSld>
  <p:clrMapOvr>
    <a:masterClrMapping/>
  </p:clrMapOvr>
  <p:transition spd="slow">
    <p:wheel spokes="1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991995-0D6B-43E3-B6CE-FD6F88EB15F4}" type="datetimeFigureOut">
              <a:rPr lang="es-AR" smtClean="0"/>
              <a:t>14/7/2025</a:t>
            </a:fld>
            <a:endParaRPr lang="es-AR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A0CCB8-7B2E-4641-80DC-C4E2165C710C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402100012"/>
      </p:ext>
    </p:extLst>
  </p:cSld>
  <p:clrMapOvr>
    <a:masterClrMapping/>
  </p:clrMapOvr>
  <p:transition spd="slow">
    <p:wheel spokes="1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 smtClean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991995-0D6B-43E3-B6CE-FD6F88EB15F4}" type="datetimeFigureOut">
              <a:rPr lang="es-AR" smtClean="0"/>
              <a:t>14/7/2025</a:t>
            </a:fld>
            <a:endParaRPr lang="es-A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A0CCB8-7B2E-4641-80DC-C4E2165C710C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073599116"/>
      </p:ext>
    </p:extLst>
  </p:cSld>
  <p:clrMapOvr>
    <a:masterClrMapping/>
  </p:clrMapOvr>
  <p:transition spd="slow">
    <p:wheel spokes="1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 smtClean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991995-0D6B-43E3-B6CE-FD6F88EB15F4}" type="datetimeFigureOut">
              <a:rPr lang="es-AR" smtClean="0"/>
              <a:t>14/7/2025</a:t>
            </a:fld>
            <a:endParaRPr lang="es-A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A0CCB8-7B2E-4641-80DC-C4E2165C710C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476798057"/>
      </p:ext>
    </p:extLst>
  </p:cSld>
  <p:clrMapOvr>
    <a:masterClrMapping/>
  </p:clrMapOvr>
  <p:transition spd="slow">
    <p:wheel spokes="1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991995-0D6B-43E3-B6CE-FD6F88EB15F4}" type="datetimeFigureOut">
              <a:rPr lang="es-AR" smtClean="0"/>
              <a:t>14/7/2025</a:t>
            </a:fld>
            <a:endParaRPr lang="es-A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A0CCB8-7B2E-4641-80DC-C4E2165C710C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377745197"/>
      </p:ext>
    </p:extLst>
  </p:cSld>
  <p:clrMapOvr>
    <a:masterClrMapping/>
  </p:clrMapOvr>
  <p:transition spd="slow">
    <p:wheel spokes="1"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s-ES" smtClean="0"/>
              <a:t>Haga clic para modificar el estilo de texto del patrón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991995-0D6B-43E3-B6CE-FD6F88EB15F4}" type="datetimeFigureOut">
              <a:rPr lang="es-AR" smtClean="0"/>
              <a:t>14/7/2025</a:t>
            </a:fld>
            <a:endParaRPr lang="es-A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A0CCB8-7B2E-4641-80DC-C4E2165C710C}" type="slidenum">
              <a:rPr lang="es-AR" smtClean="0"/>
              <a:t>‹Nº›</a:t>
            </a:fld>
            <a:endParaRPr lang="es-AR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199073968"/>
      </p:ext>
    </p:extLst>
  </p:cSld>
  <p:clrMapOvr>
    <a:masterClrMapping/>
  </p:clrMapOvr>
  <p:transition spd="slow">
    <p:wheel spokes="1"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991995-0D6B-43E3-B6CE-FD6F88EB15F4}" type="datetimeFigureOut">
              <a:rPr lang="es-AR" smtClean="0"/>
              <a:t>14/7/2025</a:t>
            </a:fld>
            <a:endParaRPr lang="es-A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A0CCB8-7B2E-4641-80DC-C4E2165C710C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101124883"/>
      </p:ext>
    </p:extLst>
  </p:cSld>
  <p:clrMapOvr>
    <a:masterClrMapping/>
  </p:clrMapOvr>
  <p:transition spd="slow">
    <p:wheel spokes="1"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991995-0D6B-43E3-B6CE-FD6F88EB15F4}" type="datetimeFigureOut">
              <a:rPr lang="es-AR" smtClean="0"/>
              <a:t>14/7/2025</a:t>
            </a:fld>
            <a:endParaRPr lang="es-AR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A0CCB8-7B2E-4641-80DC-C4E2165C710C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556232158"/>
      </p:ext>
    </p:extLst>
  </p:cSld>
  <p:clrMapOvr>
    <a:masterClrMapping/>
  </p:clrMapOvr>
  <p:transition spd="slow">
    <p:wheel spokes="1"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 smtClean="0"/>
              <a:t>Haga clic en el icono para agregar una imagen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 smtClean="0"/>
              <a:t>Haga clic en el icono para agregar una imagen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 smtClean="0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991995-0D6B-43E3-B6CE-FD6F88EB15F4}" type="datetimeFigureOut">
              <a:rPr lang="es-AR" smtClean="0"/>
              <a:t>14/7/2025</a:t>
            </a:fld>
            <a:endParaRPr lang="es-AR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A0CCB8-7B2E-4641-80DC-C4E2165C710C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772699893"/>
      </p:ext>
    </p:extLst>
  </p:cSld>
  <p:clrMapOvr>
    <a:masterClrMapping/>
  </p:clrMapOvr>
  <p:transition spd="slow">
    <p:wheel spokes="1"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991995-0D6B-43E3-B6CE-FD6F88EB15F4}" type="datetimeFigureOut">
              <a:rPr lang="es-AR" smtClean="0"/>
              <a:t>14/7/2025</a:t>
            </a:fld>
            <a:endParaRPr lang="es-A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A0CCB8-7B2E-4641-80DC-C4E2165C710C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644536241"/>
      </p:ext>
    </p:extLst>
  </p:cSld>
  <p:clrMapOvr>
    <a:masterClrMapping/>
  </p:clrMapOvr>
  <p:transition spd="slow">
    <p:wheel spokes="1"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991995-0D6B-43E3-B6CE-FD6F88EB15F4}" type="datetimeFigureOut">
              <a:rPr lang="es-AR" smtClean="0"/>
              <a:t>14/7/2025</a:t>
            </a:fld>
            <a:endParaRPr lang="es-A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A0CCB8-7B2E-4641-80DC-C4E2165C710C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662419227"/>
      </p:ext>
    </p:extLst>
  </p:cSld>
  <p:clrMapOvr>
    <a:masterClrMapping/>
  </p:clrMapOvr>
  <p:transition spd="slow">
    <p:wheel spokes="1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58991995-0D6B-43E3-B6CE-FD6F88EB15F4}" type="datetimeFigureOut">
              <a:rPr lang="es-AR" smtClean="0"/>
              <a:t>14/7/2025</a:t>
            </a:fld>
            <a:endParaRPr lang="es-A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A0CCB8-7B2E-4641-80DC-C4E2165C710C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43443705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  <p:sldLayoutId id="2147483816" r:id="rId12"/>
    <p:sldLayoutId id="2147483817" r:id="rId13"/>
    <p:sldLayoutId id="2147483818" r:id="rId14"/>
    <p:sldLayoutId id="2147483819" r:id="rId15"/>
    <p:sldLayoutId id="2147483820" r:id="rId16"/>
    <p:sldLayoutId id="2147483821" r:id="rId17"/>
  </p:sldLayoutIdLst>
  <p:transition spd="slow">
    <p:wheel spokes="1"/>
  </p:transition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7" Type="http://schemas.openxmlformats.org/officeDocument/2006/relationships/slide" Target="slide10.xml"/><Relationship Id="rId2" Type="http://schemas.openxmlformats.org/officeDocument/2006/relationships/hyperlink" Target="consultas.php" TargetMode="Externa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slide" Target="slide6.xml"/><Relationship Id="rId4" Type="http://schemas.openxmlformats.org/officeDocument/2006/relationships/slide" Target="slide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154955" y="584616"/>
            <a:ext cx="8825658" cy="4192766"/>
          </a:xfrm>
        </p:spPr>
        <p:txBody>
          <a:bodyPr/>
          <a:lstStyle/>
          <a:p>
            <a:endParaRPr lang="es-AR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A0CCB8-7B2E-4641-80DC-C4E2165C710C}" type="slidenum">
              <a:rPr lang="es-AR" smtClean="0"/>
              <a:t>1</a:t>
            </a:fld>
            <a:endParaRPr lang="es-AR" dirty="0"/>
          </a:p>
        </p:txBody>
      </p:sp>
      <p:pic>
        <p:nvPicPr>
          <p:cNvPr id="1026" name="Picture 2" descr="C:\Users\pepito\Desktop\proyecto\logo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7280" y="579120"/>
            <a:ext cx="8915400" cy="5074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7747965"/>
      </p:ext>
    </p:extLst>
  </p:cSld>
  <p:clrMapOvr>
    <a:masterClrMapping/>
  </p:clrMapOvr>
  <p:transition spd="slow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ntr" presetSubtype="16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7" dur="2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7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7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7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691831" y="344985"/>
            <a:ext cx="9404723" cy="1400530"/>
          </a:xfrm>
        </p:spPr>
        <p:txBody>
          <a:bodyPr/>
          <a:lstStyle/>
          <a:p>
            <a:pPr algn="ctr"/>
            <a:r>
              <a:rPr lang="es-MX" dirty="0" smtClean="0"/>
              <a:t>Índice</a:t>
            </a:r>
            <a:endParaRPr lang="es-AR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itchFamily="2" charset="2"/>
              <a:buChar char="v"/>
            </a:pPr>
            <a:r>
              <a:rPr lang="es-MX" dirty="0" smtClean="0"/>
              <a:t>Caratula:  diapositiva ……………………….3</a:t>
            </a:r>
          </a:p>
          <a:p>
            <a:pPr>
              <a:buFont typeface="Wingdings" pitchFamily="2" charset="2"/>
              <a:buChar char="v"/>
            </a:pPr>
            <a:r>
              <a:rPr lang="es-MX" dirty="0" smtClean="0"/>
              <a:t>Introducción:  </a:t>
            </a:r>
            <a:r>
              <a:rPr lang="es-MX" dirty="0"/>
              <a:t>diapositiva </a:t>
            </a:r>
            <a:r>
              <a:rPr lang="es-MX" dirty="0" smtClean="0"/>
              <a:t>………………….4</a:t>
            </a:r>
          </a:p>
          <a:p>
            <a:pPr>
              <a:buFont typeface="Wingdings" pitchFamily="2" charset="2"/>
              <a:buChar char="v"/>
            </a:pPr>
            <a:r>
              <a:rPr lang="es-MX" dirty="0" smtClean="0"/>
              <a:t>Tema Del Proyecto:  </a:t>
            </a:r>
            <a:r>
              <a:rPr lang="es-MX" dirty="0"/>
              <a:t>diapositiva </a:t>
            </a:r>
            <a:r>
              <a:rPr lang="es-MX" dirty="0" smtClean="0"/>
              <a:t>………….5</a:t>
            </a:r>
          </a:p>
          <a:p>
            <a:pPr>
              <a:buFont typeface="Wingdings" pitchFamily="2" charset="2"/>
              <a:buChar char="v"/>
            </a:pPr>
            <a:r>
              <a:rPr lang="es-MX" dirty="0" smtClean="0"/>
              <a:t>Desarrollo del Proyecto:  </a:t>
            </a:r>
            <a:r>
              <a:rPr lang="es-MX" dirty="0"/>
              <a:t>diapositiva …….</a:t>
            </a:r>
            <a:r>
              <a:rPr lang="es-MX" dirty="0" smtClean="0"/>
              <a:t>6</a:t>
            </a:r>
          </a:p>
          <a:p>
            <a:pPr>
              <a:buFont typeface="Wingdings" pitchFamily="2" charset="2"/>
              <a:buChar char="v"/>
            </a:pPr>
            <a:r>
              <a:rPr lang="es-MX" dirty="0" smtClean="0"/>
              <a:t>Diagramas:  </a:t>
            </a:r>
            <a:r>
              <a:rPr lang="es-MX" dirty="0"/>
              <a:t>diapositiva </a:t>
            </a:r>
            <a:r>
              <a:rPr lang="es-MX" dirty="0" smtClean="0"/>
              <a:t>………………7, 8, 9</a:t>
            </a:r>
          </a:p>
          <a:p>
            <a:pPr>
              <a:buFont typeface="Wingdings" pitchFamily="2" charset="2"/>
              <a:buChar char="v"/>
            </a:pPr>
            <a:r>
              <a:rPr lang="es-MX" dirty="0" smtClean="0"/>
              <a:t>Bocetos:  </a:t>
            </a:r>
            <a:r>
              <a:rPr lang="es-MX" dirty="0"/>
              <a:t>diapositiva </a:t>
            </a:r>
            <a:r>
              <a:rPr lang="es-MX" dirty="0" smtClean="0"/>
              <a:t>………………………10</a:t>
            </a:r>
            <a:endParaRPr lang="es-AR" dirty="0" smtClean="0"/>
          </a:p>
          <a:p>
            <a:pPr>
              <a:buFont typeface="Wingdings" pitchFamily="2" charset="2"/>
              <a:buChar char="v"/>
            </a:pPr>
            <a:endParaRPr lang="es-AR" dirty="0"/>
          </a:p>
        </p:txBody>
      </p:sp>
      <p:sp>
        <p:nvSpPr>
          <p:cNvPr id="5" name="4 Rectángulo redondeado">
            <a:hlinkClick r:id="rId2" action="ppaction://hlinkfile"/>
          </p:cNvPr>
          <p:cNvSpPr/>
          <p:nvPr/>
        </p:nvSpPr>
        <p:spPr>
          <a:xfrm>
            <a:off x="7360920" y="2011680"/>
            <a:ext cx="1798320" cy="360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smtClean="0"/>
              <a:t>Ver</a:t>
            </a:r>
            <a:endParaRPr lang="es-AR" dirty="0"/>
          </a:p>
        </p:txBody>
      </p:sp>
      <p:sp>
        <p:nvSpPr>
          <p:cNvPr id="6" name="5 Rectángulo redondeado">
            <a:hlinkClick r:id="rId3" action="ppaction://hlinksldjump"/>
          </p:cNvPr>
          <p:cNvSpPr/>
          <p:nvPr/>
        </p:nvSpPr>
        <p:spPr>
          <a:xfrm>
            <a:off x="7360920" y="2469414"/>
            <a:ext cx="1798320" cy="360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smtClean="0"/>
              <a:t>Ver</a:t>
            </a:r>
            <a:endParaRPr lang="es-AR" dirty="0"/>
          </a:p>
        </p:txBody>
      </p:sp>
      <p:sp>
        <p:nvSpPr>
          <p:cNvPr id="7" name="6 Rectángulo redondeado">
            <a:hlinkClick r:id="rId4" action="ppaction://hlinksldjump"/>
          </p:cNvPr>
          <p:cNvSpPr/>
          <p:nvPr/>
        </p:nvSpPr>
        <p:spPr>
          <a:xfrm>
            <a:off x="7360920" y="2932576"/>
            <a:ext cx="1798320" cy="360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smtClean="0"/>
              <a:t>Ver</a:t>
            </a:r>
            <a:endParaRPr lang="es-AR" dirty="0"/>
          </a:p>
        </p:txBody>
      </p:sp>
      <p:sp>
        <p:nvSpPr>
          <p:cNvPr id="9" name="8 Rectángulo redondeado">
            <a:hlinkClick r:id="rId5" action="ppaction://hlinksldjump"/>
          </p:cNvPr>
          <p:cNvSpPr/>
          <p:nvPr/>
        </p:nvSpPr>
        <p:spPr>
          <a:xfrm>
            <a:off x="7360920" y="3405016"/>
            <a:ext cx="1798320" cy="360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smtClean="0"/>
              <a:t>Ver</a:t>
            </a:r>
            <a:endParaRPr lang="es-AR" dirty="0"/>
          </a:p>
        </p:txBody>
      </p:sp>
      <p:sp>
        <p:nvSpPr>
          <p:cNvPr id="11" name="10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A0CCB8-7B2E-4641-80DC-C4E2165C710C}" type="slidenum">
              <a:rPr lang="es-AR" smtClean="0"/>
              <a:t>2</a:t>
            </a:fld>
            <a:endParaRPr lang="es-AR" dirty="0"/>
          </a:p>
        </p:txBody>
      </p:sp>
      <p:sp>
        <p:nvSpPr>
          <p:cNvPr id="10" name="8 Rectángulo redondeado">
            <a:hlinkClick r:id="rId6" action="ppaction://hlinksldjump"/>
          </p:cNvPr>
          <p:cNvSpPr/>
          <p:nvPr/>
        </p:nvSpPr>
        <p:spPr>
          <a:xfrm>
            <a:off x="7360920" y="3864805"/>
            <a:ext cx="1798320" cy="360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smtClean="0"/>
              <a:t>Ver</a:t>
            </a:r>
            <a:endParaRPr lang="es-AR" dirty="0"/>
          </a:p>
        </p:txBody>
      </p:sp>
      <p:sp>
        <p:nvSpPr>
          <p:cNvPr id="12" name="8 Rectángulo redondeado">
            <a:hlinkClick r:id="rId7" action="ppaction://hlinksldjump"/>
          </p:cNvPr>
          <p:cNvSpPr/>
          <p:nvPr/>
        </p:nvSpPr>
        <p:spPr>
          <a:xfrm>
            <a:off x="7360920" y="4323582"/>
            <a:ext cx="1798320" cy="360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smtClean="0"/>
              <a:t>Ver</a:t>
            </a:r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4288804108"/>
      </p:ext>
    </p:extLst>
  </p:cSld>
  <p:clrMapOvr>
    <a:masterClrMapping/>
  </p:clrMapOvr>
  <p:transition spd="slow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 smtClean="0"/>
              <a:t>Caratula</a:t>
            </a:r>
            <a:br>
              <a:rPr lang="es-ES" dirty="0" smtClean="0"/>
            </a:br>
            <a:r>
              <a:rPr lang="es-ES" dirty="0"/>
              <a:t/>
            </a:r>
            <a:br>
              <a:rPr lang="es-ES" dirty="0"/>
            </a:br>
            <a:r>
              <a:rPr lang="es-ES" dirty="0" smtClean="0"/>
              <a:t> </a:t>
            </a:r>
            <a:endParaRPr lang="es-AR" dirty="0"/>
          </a:p>
        </p:txBody>
      </p:sp>
      <p:sp>
        <p:nvSpPr>
          <p:cNvPr id="3" name="Subtítul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 smtClean="0"/>
              <a:t>Nombre del proyecto: Leandal IA</a:t>
            </a:r>
          </a:p>
          <a:p>
            <a:r>
              <a:rPr lang="es-ES" dirty="0" smtClean="0"/>
              <a:t>N° de grupo: 03</a:t>
            </a:r>
          </a:p>
          <a:p>
            <a:r>
              <a:rPr lang="es-ES" dirty="0" smtClean="0"/>
              <a:t>Integrantes: Ojeda Leonardo, Ojeda Andrés y mansilla Alexis</a:t>
            </a:r>
          </a:p>
          <a:p>
            <a:r>
              <a:rPr lang="es-ES" dirty="0" smtClean="0"/>
              <a:t>Profesor: Ponce Daniel</a:t>
            </a:r>
          </a:p>
          <a:p>
            <a:r>
              <a:rPr lang="es-ES" dirty="0" smtClean="0"/>
              <a:t>Curso: Programación</a:t>
            </a:r>
          </a:p>
          <a:p>
            <a:r>
              <a:rPr lang="es-ES" dirty="0" smtClean="0"/>
              <a:t>División: °i</a:t>
            </a:r>
          </a:p>
          <a:p>
            <a:r>
              <a:rPr lang="es-ES" dirty="0" smtClean="0"/>
              <a:t>Año: 7°</a:t>
            </a:r>
            <a:endParaRPr lang="es-AR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A0CCB8-7B2E-4641-80DC-C4E2165C710C}" type="slidenum">
              <a:rPr lang="es-AR" smtClean="0"/>
              <a:t>3</a:t>
            </a:fld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2228411619"/>
      </p:ext>
    </p:extLst>
  </p:cSld>
  <p:clrMapOvr>
    <a:masterClrMapping/>
  </p:clrMapOvr>
  <p:transition spd="slow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 smtClean="0"/>
              <a:t> Introducción</a:t>
            </a:r>
            <a:endParaRPr lang="es-AR" dirty="0"/>
          </a:p>
        </p:txBody>
      </p:sp>
      <p:sp>
        <p:nvSpPr>
          <p:cNvPr id="3" name="Subtítulo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s-AR" dirty="0"/>
              <a:t>D</a:t>
            </a:r>
            <a:r>
              <a:rPr lang="es-AR" dirty="0" smtClean="0"/>
              <a:t>ecidimos </a:t>
            </a:r>
            <a:r>
              <a:rPr lang="es-AR" dirty="0"/>
              <a:t>elegir como proyecto realizar una </a:t>
            </a:r>
            <a:r>
              <a:rPr lang="es-AR" dirty="0" smtClean="0"/>
              <a:t>IA porque </a:t>
            </a:r>
            <a:r>
              <a:rPr lang="es-AR" dirty="0"/>
              <a:t>nos pareció un proyecto desafiante que nos ayudara como experiencia en el </a:t>
            </a:r>
            <a:r>
              <a:rPr lang="es-AR" dirty="0" smtClean="0"/>
              <a:t>futuro, </a:t>
            </a:r>
            <a:r>
              <a:rPr lang="es-AR" dirty="0"/>
              <a:t>a</a:t>
            </a:r>
            <a:r>
              <a:rPr lang="es-AR" dirty="0" smtClean="0"/>
              <a:t>demás de ser algo innovador en la escuela y saber como es que funciona una IA.</a:t>
            </a:r>
            <a:endParaRPr lang="es-AR" dirty="0"/>
          </a:p>
        </p:txBody>
      </p:sp>
      <p:sp>
        <p:nvSpPr>
          <p:cNvPr id="7" name="Marcador de contenido 6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s-AR" dirty="0" smtClean="0"/>
              <a:t>Otra opción que pensamos era </a:t>
            </a:r>
            <a:r>
              <a:rPr lang="es-AR" dirty="0"/>
              <a:t>hacer un videojuego como proyecto pero </a:t>
            </a:r>
            <a:r>
              <a:rPr lang="es-AR" dirty="0" smtClean="0"/>
              <a:t>no nos </a:t>
            </a:r>
            <a:r>
              <a:rPr lang="es-AR" dirty="0" smtClean="0"/>
              <a:t>pareció conveniente porque la idea del juego no estaba muy solida y además, ninguno tiene mucha experiencia en el desarrollo de juegos.</a:t>
            </a:r>
            <a:endParaRPr lang="es-AR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A0CCB8-7B2E-4641-80DC-C4E2165C710C}" type="slidenum">
              <a:rPr lang="es-AR" smtClean="0"/>
              <a:t>4</a:t>
            </a:fld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4287081100"/>
      </p:ext>
    </p:extLst>
  </p:cSld>
  <p:clrMapOvr>
    <a:masterClrMapping/>
  </p:clrMapOvr>
  <p:transition spd="slow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 smtClean="0"/>
              <a:t>Tema del proyecto</a:t>
            </a:r>
            <a:endParaRPr lang="es-AR" dirty="0"/>
          </a:p>
        </p:txBody>
      </p:sp>
      <p:sp>
        <p:nvSpPr>
          <p:cNvPr id="4" name="Marcador de texto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es-ES" dirty="0" smtClean="0"/>
              <a:t>Descripción</a:t>
            </a:r>
            <a:endParaRPr lang="es-AR" dirty="0"/>
          </a:p>
        </p:txBody>
      </p:sp>
      <p:sp>
        <p:nvSpPr>
          <p:cNvPr id="5" name="Marcador de contenido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s-AR" dirty="0"/>
              <a:t>Nuestra idea para la IA es que pueda </a:t>
            </a:r>
            <a:r>
              <a:rPr lang="es-AR" dirty="0" smtClean="0"/>
              <a:t>responder </a:t>
            </a:r>
            <a:r>
              <a:rPr lang="es-AR" dirty="0"/>
              <a:t>preguntas sobre la escuela, que cada alumno con alguna </a:t>
            </a:r>
            <a:r>
              <a:rPr lang="es-AR" dirty="0" smtClean="0"/>
              <a:t>duda </a:t>
            </a:r>
            <a:r>
              <a:rPr lang="es-AR" dirty="0"/>
              <a:t>pueda preguntárselo a la IA y que esta le responda correctamente.</a:t>
            </a:r>
          </a:p>
          <a:p>
            <a:r>
              <a:rPr lang="es-AR" dirty="0" smtClean="0"/>
              <a:t>ayudaría </a:t>
            </a:r>
            <a:r>
              <a:rPr lang="es-AR" dirty="0"/>
              <a:t>a los alumnos (por lo general de ciclo básico) a entender mejor el contexto de la </a:t>
            </a:r>
            <a:r>
              <a:rPr lang="es-AR" dirty="0" smtClean="0"/>
              <a:t>escuela.</a:t>
            </a:r>
            <a:endParaRPr lang="es-AR" dirty="0"/>
          </a:p>
          <a:p>
            <a:endParaRPr lang="es-AR" dirty="0"/>
          </a:p>
        </p:txBody>
      </p:sp>
      <p:sp>
        <p:nvSpPr>
          <p:cNvPr id="6" name="Marcador de texto 5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r>
              <a:rPr lang="es-ES" dirty="0" smtClean="0"/>
              <a:t>Objetivo</a:t>
            </a:r>
            <a:endParaRPr lang="es-AR" dirty="0"/>
          </a:p>
        </p:txBody>
      </p:sp>
      <p:sp>
        <p:nvSpPr>
          <p:cNvPr id="7" name="Marcador de contenido 6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s-AR" dirty="0" smtClean="0"/>
              <a:t>El objetivo </a:t>
            </a:r>
            <a:r>
              <a:rPr lang="es-AR" dirty="0"/>
              <a:t>que le dimos a nuestro proyecto es que pueda ser una herramienta a la que los alumnos puedan acudir en caso de necesitar ayuda a orientarse por la </a:t>
            </a:r>
            <a:r>
              <a:rPr lang="es-AR" dirty="0" smtClean="0"/>
              <a:t>escuela Y </a:t>
            </a:r>
            <a:r>
              <a:rPr lang="es-AR" dirty="0"/>
              <a:t>otro objetivo es que los alumnos estén bien informados a la hora </a:t>
            </a:r>
            <a:r>
              <a:rPr lang="es-AR" dirty="0" smtClean="0"/>
              <a:t>de decidir que orientación van a elegir</a:t>
            </a:r>
            <a:endParaRPr lang="es-AR" dirty="0"/>
          </a:p>
        </p:txBody>
      </p:sp>
      <p:sp>
        <p:nvSpPr>
          <p:cNvPr id="3" name="2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A0CCB8-7B2E-4641-80DC-C4E2165C710C}" type="slidenum">
              <a:rPr lang="es-AR" smtClean="0"/>
              <a:t>5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635245373"/>
      </p:ext>
    </p:extLst>
  </p:cSld>
  <p:clrMapOvr>
    <a:masterClrMapping/>
  </p:clrMapOvr>
  <p:transition spd="slow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 smtClean="0"/>
              <a:t>Desarrollo del proyecto</a:t>
            </a:r>
            <a:endParaRPr lang="es-AR" dirty="0"/>
          </a:p>
        </p:txBody>
      </p:sp>
      <p:sp>
        <p:nvSpPr>
          <p:cNvPr id="8" name="Marcador de texto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es-ES" dirty="0" smtClean="0"/>
              <a:t>Trabajo en Equipo</a:t>
            </a:r>
            <a:endParaRPr lang="es-AR" dirty="0"/>
          </a:p>
        </p:txBody>
      </p:sp>
      <p:sp>
        <p:nvSpPr>
          <p:cNvPr id="9" name="Marcador de contenido 8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s-ES" dirty="0" smtClean="0"/>
              <a:t>El trabajo en equipo lo hicimos con reuniones en la escuela y comunicación desde nuestras casas, trabajando colaborativamente a distancia.</a:t>
            </a:r>
          </a:p>
          <a:p>
            <a:r>
              <a:rPr lang="es-ES" dirty="0" smtClean="0"/>
              <a:t>Usamos la metodología de trabajo “kanban” para la organización del proyecto.</a:t>
            </a:r>
            <a:endParaRPr lang="es-AR" dirty="0"/>
          </a:p>
        </p:txBody>
      </p:sp>
      <p:sp>
        <p:nvSpPr>
          <p:cNvPr id="10" name="Marcador de texto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r>
              <a:rPr lang="es-ES" dirty="0" smtClean="0"/>
              <a:t>Herramientas</a:t>
            </a:r>
            <a:endParaRPr lang="es-AR" dirty="0"/>
          </a:p>
        </p:txBody>
      </p:sp>
      <p:sp>
        <p:nvSpPr>
          <p:cNvPr id="11" name="Marcador de contenido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s-ES" dirty="0"/>
              <a:t>Usamos un repositorio en Git hub para guardar todo el desarrollo, además de también usarlo para el control de versiones.</a:t>
            </a:r>
          </a:p>
          <a:p>
            <a:r>
              <a:rPr lang="es-ES" dirty="0" smtClean="0"/>
              <a:t>La IA va a estar desarrollada con PHP y JS para el funcionamiento, MySQL para la Base de Datos, HTML Y CSS para el diseño y XAMPP para el servidor.</a:t>
            </a:r>
          </a:p>
          <a:p>
            <a:r>
              <a:rPr lang="es-ES" dirty="0" smtClean="0"/>
              <a:t>También usamos canva y draw.io para los pre diseños y diagramas.</a:t>
            </a:r>
            <a:endParaRPr lang="es-AR" dirty="0"/>
          </a:p>
        </p:txBody>
      </p:sp>
      <p:sp>
        <p:nvSpPr>
          <p:cNvPr id="12" name="Marcador de número de diapositiva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A0CCB8-7B2E-4641-80DC-C4E2165C710C}" type="slidenum">
              <a:rPr lang="es-AR" smtClean="0"/>
              <a:t>6</a:t>
            </a:fld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2918746675"/>
      </p:ext>
    </p:extLst>
  </p:cSld>
  <p:clrMapOvr>
    <a:masterClrMapping/>
  </p:clrMapOvr>
  <p:transition spd="slow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10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MX" dirty="0"/>
              <a:t>D</a:t>
            </a:r>
            <a:r>
              <a:rPr lang="es-MX" dirty="0" smtClean="0"/>
              <a:t>iagramas</a:t>
            </a:r>
            <a:endParaRPr lang="es-AR" dirty="0"/>
          </a:p>
        </p:txBody>
      </p:sp>
      <p:sp>
        <p:nvSpPr>
          <p:cNvPr id="12" name="11 Marcador de texto"/>
          <p:cNvSpPr>
            <a:spLocks noGrp="1"/>
          </p:cNvSpPr>
          <p:nvPr>
            <p:ph type="body" idx="1"/>
          </p:nvPr>
        </p:nvSpPr>
        <p:spPr>
          <a:xfrm>
            <a:off x="1118553" y="1310640"/>
            <a:ext cx="4396338" cy="576262"/>
          </a:xfrm>
        </p:spPr>
        <p:txBody>
          <a:bodyPr/>
          <a:lstStyle/>
          <a:p>
            <a:r>
              <a:rPr lang="es-MX" dirty="0" smtClean="0"/>
              <a:t>Diagrama de Actividad</a:t>
            </a:r>
            <a:endParaRPr lang="es-AR" dirty="0"/>
          </a:p>
        </p:txBody>
      </p:sp>
      <p:sp>
        <p:nvSpPr>
          <p:cNvPr id="14" name="13 Marcador de texto"/>
          <p:cNvSpPr>
            <a:spLocks noGrp="1"/>
          </p:cNvSpPr>
          <p:nvPr>
            <p:ph type="body" sz="quarter" idx="3"/>
          </p:nvPr>
        </p:nvSpPr>
        <p:spPr>
          <a:xfrm>
            <a:off x="7208975" y="1371600"/>
            <a:ext cx="4396339" cy="576262"/>
          </a:xfrm>
        </p:spPr>
        <p:txBody>
          <a:bodyPr/>
          <a:lstStyle/>
          <a:p>
            <a:r>
              <a:rPr lang="es-MX" dirty="0" smtClean="0"/>
              <a:t>Diagrama de Estado</a:t>
            </a:r>
            <a:endParaRPr lang="es-AR" dirty="0"/>
          </a:p>
        </p:txBody>
      </p:sp>
      <p:pic>
        <p:nvPicPr>
          <p:cNvPr id="16" name="15 Marcador de contenido"/>
          <p:cNvPicPr>
            <a:picLocks noGrp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160" y="2087881"/>
            <a:ext cx="6156960" cy="41605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16 Marcador de contenido"/>
          <p:cNvPicPr>
            <a:picLocks noGrp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6218" y="1981200"/>
            <a:ext cx="4039461" cy="4678680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1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A0CCB8-7B2E-4641-80DC-C4E2165C710C}" type="slidenum">
              <a:rPr lang="es-AR" smtClean="0"/>
              <a:t>7</a:t>
            </a:fld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27721520"/>
      </p:ext>
    </p:extLst>
  </p:cSld>
  <p:clrMapOvr>
    <a:masterClrMapping/>
  </p:clrMapOvr>
  <p:transition spd="slow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MX" dirty="0" smtClean="0"/>
              <a:t>Diagrama de Casos de Uso</a:t>
            </a:r>
            <a:endParaRPr lang="es-AR" dirty="0"/>
          </a:p>
        </p:txBody>
      </p:sp>
      <p:pic>
        <p:nvPicPr>
          <p:cNvPr id="1027" name="Picture 3"/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74361" y="1558977"/>
            <a:ext cx="10373193" cy="51266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" name="7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A0CCB8-7B2E-4641-80DC-C4E2165C710C}" type="slidenum">
              <a:rPr lang="es-AR" smtClean="0"/>
              <a:t>8</a:t>
            </a:fld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1615958669"/>
      </p:ext>
    </p:extLst>
  </p:cSld>
  <p:clrMapOvr>
    <a:masterClrMapping/>
  </p:clrMapOvr>
  <p:transition spd="slow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 smtClean="0"/>
              <a:t>Diagrama de Entidad-</a:t>
            </a:r>
            <a:r>
              <a:rPr lang="es-ES" dirty="0" err="1" smtClean="0"/>
              <a:t>Relacion</a:t>
            </a:r>
            <a:endParaRPr lang="es-AR" dirty="0"/>
          </a:p>
        </p:txBody>
      </p:sp>
      <p:pic>
        <p:nvPicPr>
          <p:cNvPr id="9" name="Marcador de contenido 8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312" y="2053652"/>
            <a:ext cx="9944439" cy="4272197"/>
          </a:xfrm>
        </p:spPr>
      </p:pic>
      <p:sp>
        <p:nvSpPr>
          <p:cNvPr id="10" name="Marcador de número de diapositiva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A0CCB8-7B2E-4641-80DC-C4E2165C710C}" type="slidenum">
              <a:rPr lang="es-AR" smtClean="0"/>
              <a:t>9</a:t>
            </a:fld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3088232562"/>
      </p:ext>
    </p:extLst>
  </p:cSld>
  <p:clrMapOvr>
    <a:masterClrMapping/>
  </p:clrMapOvr>
  <p:transition spd="slow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 smtClean="0"/>
              <a:t>Boceto</a:t>
            </a:r>
            <a:endParaRPr lang="es-AR" dirty="0"/>
          </a:p>
        </p:txBody>
      </p:sp>
      <p:sp>
        <p:nvSpPr>
          <p:cNvPr id="5" name="Marcador de contenido 4"/>
          <p:cNvSpPr>
            <a:spLocks noGrp="1"/>
          </p:cNvSpPr>
          <p:nvPr>
            <p:ph sz="half" idx="1"/>
          </p:nvPr>
        </p:nvSpPr>
        <p:spPr>
          <a:xfrm>
            <a:off x="1074959" y="1640850"/>
            <a:ext cx="4396339" cy="4195763"/>
          </a:xfrm>
        </p:spPr>
        <p:txBody>
          <a:bodyPr/>
          <a:lstStyle/>
          <a:p>
            <a:r>
              <a:rPr lang="es-ES" dirty="0" smtClean="0"/>
              <a:t>Parte principal con el chat</a:t>
            </a:r>
            <a:endParaRPr lang="es-AR" dirty="0"/>
          </a:p>
        </p:txBody>
      </p:sp>
      <p:sp>
        <p:nvSpPr>
          <p:cNvPr id="6" name="Marcador de contenido 5"/>
          <p:cNvSpPr>
            <a:spLocks noGrp="1"/>
          </p:cNvSpPr>
          <p:nvPr>
            <p:ph sz="half" idx="2"/>
          </p:nvPr>
        </p:nvSpPr>
        <p:spPr>
          <a:xfrm>
            <a:off x="5654493" y="1636368"/>
            <a:ext cx="4396341" cy="4854919"/>
          </a:xfrm>
        </p:spPr>
        <p:txBody>
          <a:bodyPr/>
          <a:lstStyle/>
          <a:p>
            <a:r>
              <a:rPr lang="es-ES" dirty="0" smtClean="0"/>
              <a:t>El menú al presionar el botón</a:t>
            </a:r>
            <a:endParaRPr lang="es-AR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A0CCB8-7B2E-4641-80DC-C4E2165C710C}" type="slidenum">
              <a:rPr lang="es-AR" smtClean="0"/>
              <a:t>10</a:t>
            </a:fld>
            <a:endParaRPr lang="es-AR"/>
          </a:p>
        </p:txBody>
      </p:sp>
      <p:pic>
        <p:nvPicPr>
          <p:cNvPr id="8" name="Imagen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1764" y="2081212"/>
            <a:ext cx="4371975" cy="4410075"/>
          </a:xfrm>
          <a:prstGeom prst="rect">
            <a:avLst/>
          </a:prstGeom>
        </p:spPr>
      </p:pic>
      <p:pic>
        <p:nvPicPr>
          <p:cNvPr id="2" name="Imagen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1298" y="2049663"/>
            <a:ext cx="4361905" cy="4441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7914006"/>
      </p:ext>
    </p:extLst>
  </p:cSld>
  <p:clrMapOvr>
    <a:masterClrMapping/>
  </p:clrMapOvr>
  <p:transition spd="slow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266</TotalTime>
  <Words>421</Words>
  <Application>Microsoft Office PowerPoint</Application>
  <PresentationFormat>Panorámica</PresentationFormat>
  <Paragraphs>60</Paragraphs>
  <Slides>10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6" baseType="lpstr">
      <vt:lpstr>Arial</vt:lpstr>
      <vt:lpstr>Calibri</vt:lpstr>
      <vt:lpstr>Century Gothic</vt:lpstr>
      <vt:lpstr>Wingdings</vt:lpstr>
      <vt:lpstr>Wingdings 3</vt:lpstr>
      <vt:lpstr>Ion</vt:lpstr>
      <vt:lpstr>Presentación de PowerPoint</vt:lpstr>
      <vt:lpstr>Índice</vt:lpstr>
      <vt:lpstr>Caratula   </vt:lpstr>
      <vt:lpstr> Introducción</vt:lpstr>
      <vt:lpstr>Tema del proyecto</vt:lpstr>
      <vt:lpstr>Desarrollo del proyecto</vt:lpstr>
      <vt:lpstr>Diagramas</vt:lpstr>
      <vt:lpstr>Diagrama de Casos de Uso</vt:lpstr>
      <vt:lpstr>Diagrama de Entidad-Relacion</vt:lpstr>
      <vt:lpstr>Boceto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LEANDAL</dc:title>
  <dc:creator>LangTecnologia</dc:creator>
  <cp:lastModifiedBy>LangTecnologia</cp:lastModifiedBy>
  <cp:revision>35</cp:revision>
  <dcterms:created xsi:type="dcterms:W3CDTF">2025-07-04T13:56:28Z</dcterms:created>
  <dcterms:modified xsi:type="dcterms:W3CDTF">2025-07-14T13:41:15Z</dcterms:modified>
</cp:coreProperties>
</file>