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5"/>
  </p:notesMasterIdLst>
  <p:sldIdLst>
    <p:sldId id="260" r:id="rId2"/>
    <p:sldId id="261" r:id="rId3"/>
    <p:sldId id="256" r:id="rId4"/>
    <p:sldId id="259" r:id="rId5"/>
    <p:sldId id="257" r:id="rId6"/>
    <p:sldId id="264" r:id="rId7"/>
    <p:sldId id="262" r:id="rId8"/>
    <p:sldId id="268" r:id="rId9"/>
    <p:sldId id="263" r:id="rId10"/>
    <p:sldId id="265" r:id="rId11"/>
    <p:sldId id="270" r:id="rId12"/>
    <p:sldId id="266" r:id="rId13"/>
    <p:sldId id="267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ngTecnologia" initials="L" lastIdx="1" clrIdx="0">
    <p:extLst>
      <p:ext uri="{19B8F6BF-5375-455C-9EA6-DF929625EA0E}">
        <p15:presenceInfo xmlns:p15="http://schemas.microsoft.com/office/powerpoint/2012/main" userId="LangTecnolog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AFC92-822A-4E09-B55A-3E5FE7EACDA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DEBA0-60E2-460D-A1AA-5267A26237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7105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4214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3401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8650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7151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6461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07344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7612017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0841182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5112939"/>
      </p:ext>
    </p:extLst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3408703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2181951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8184841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4403463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02100012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3599116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6798057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7745197"/>
      </p:ext>
    </p:extLst>
  </p:cSld>
  <p:clrMapOvr>
    <a:masterClrMapping/>
  </p:clrMapOvr>
  <p:transition spd="slow">
    <p:wheel spokes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9073968"/>
      </p:ext>
    </p:extLst>
  </p:cSld>
  <p:clrMapOvr>
    <a:masterClrMapping/>
  </p:clrMapOvr>
  <p:transition spd="slow">
    <p:wheel spokes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1124883"/>
      </p:ext>
    </p:extLst>
  </p:cSld>
  <p:clrMapOvr>
    <a:masterClrMapping/>
  </p:clrMapOvr>
  <p:transition spd="slow">
    <p:wheel spokes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6232158"/>
      </p:ext>
    </p:extLst>
  </p:cSld>
  <p:clrMapOvr>
    <a:masterClrMapping/>
  </p:clrMapOvr>
  <p:transition spd="slow">
    <p:wheel spokes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2699893"/>
      </p:ext>
    </p:extLst>
  </p:cSld>
  <p:clrMapOvr>
    <a:masterClrMapping/>
  </p:clrMapOvr>
  <p:transition spd="slow">
    <p:wheel spokes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4536241"/>
      </p:ext>
    </p:extLst>
  </p:cSld>
  <p:clrMapOvr>
    <a:masterClrMapping/>
  </p:clrMapOvr>
  <p:transition spd="slow">
    <p:wheel spokes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2419227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8991995-0D6B-43E3-B6CE-FD6F88EB15F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344370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ransition spd="slow">
    <p:wheel spokes="1"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2" Type="http://schemas.openxmlformats.org/officeDocument/2006/relationships/hyperlink" Target="consultas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1</a:t>
            </a:fld>
            <a:endParaRPr lang="es-AR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255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479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91831" y="344985"/>
            <a:ext cx="9404723" cy="1400530"/>
          </a:xfrm>
        </p:spPr>
        <p:txBody>
          <a:bodyPr/>
          <a:lstStyle/>
          <a:p>
            <a:pPr algn="ctr"/>
            <a:r>
              <a:rPr lang="es-MX" dirty="0"/>
              <a:t>Índice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649318" y="2011680"/>
            <a:ext cx="5919817" cy="4341184"/>
          </a:xfrm>
        </p:spPr>
        <p:txBody>
          <a:bodyPr wrap="none" lIns="72000" tIns="144000" bIns="39600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dirty="0"/>
              <a:t>Caratula:  diapositiva ……………………….3</a:t>
            </a:r>
          </a:p>
          <a:p>
            <a:pPr>
              <a:buFont typeface="Wingdings" pitchFamily="2" charset="2"/>
              <a:buChar char="v"/>
            </a:pPr>
            <a:r>
              <a:rPr lang="es-MX" dirty="0"/>
              <a:t>Introducción:  diapositiva ………………….4</a:t>
            </a:r>
          </a:p>
          <a:p>
            <a:pPr>
              <a:buFont typeface="Wingdings" pitchFamily="2" charset="2"/>
              <a:buChar char="v"/>
            </a:pPr>
            <a:r>
              <a:rPr lang="es-MX" dirty="0"/>
              <a:t>Tema Del Proyecto:  diapositiva ………….5</a:t>
            </a:r>
          </a:p>
          <a:p>
            <a:pPr>
              <a:buFont typeface="Wingdings" pitchFamily="2" charset="2"/>
              <a:buChar char="v"/>
            </a:pPr>
            <a:r>
              <a:rPr lang="es-MX" dirty="0"/>
              <a:t>Desarrollo del Proyecto:  diapositiva …….6</a:t>
            </a:r>
          </a:p>
          <a:p>
            <a:pPr>
              <a:buFont typeface="Wingdings" pitchFamily="2" charset="2"/>
              <a:buChar char="v"/>
            </a:pPr>
            <a:r>
              <a:rPr lang="es-MX" dirty="0"/>
              <a:t>Diagramas:  diapositiva </a:t>
            </a:r>
            <a:r>
              <a:rPr lang="es-MX" dirty="0" smtClean="0"/>
              <a:t>……….…</a:t>
            </a:r>
            <a:r>
              <a:rPr lang="es-MX" dirty="0"/>
              <a:t>7, 8, </a:t>
            </a:r>
            <a:r>
              <a:rPr lang="es-MX" dirty="0" smtClean="0"/>
              <a:t>9, 10</a:t>
            </a:r>
            <a:endParaRPr lang="es-MX" dirty="0"/>
          </a:p>
          <a:p>
            <a:pPr>
              <a:buFont typeface="Wingdings" pitchFamily="2" charset="2"/>
              <a:buChar char="v"/>
            </a:pPr>
            <a:r>
              <a:rPr lang="es-MX" dirty="0"/>
              <a:t>Bocetos:  diapositiva ………………………</a:t>
            </a:r>
            <a:r>
              <a:rPr lang="es-MX" dirty="0" smtClean="0"/>
              <a:t>11</a:t>
            </a:r>
            <a:endParaRPr lang="es-MX" dirty="0"/>
          </a:p>
          <a:p>
            <a:pPr>
              <a:buFont typeface="Wingdings" pitchFamily="2" charset="2"/>
              <a:buChar char="v"/>
            </a:pPr>
            <a:r>
              <a:rPr lang="es-MX" dirty="0"/>
              <a:t>Diseño y planes a futuro:  diapositiva .…</a:t>
            </a:r>
            <a:r>
              <a:rPr lang="es-MX" dirty="0" smtClean="0"/>
              <a:t>12</a:t>
            </a:r>
            <a:endParaRPr lang="es-AR" dirty="0"/>
          </a:p>
          <a:p>
            <a:pPr>
              <a:buFont typeface="Wingdings" pitchFamily="2" charset="2"/>
              <a:buChar char="v"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sp>
        <p:nvSpPr>
          <p:cNvPr id="5" name="4 Rectángulo redondeado">
            <a:hlinkClick r:id="rId2" action="ppaction://hlinkfile"/>
          </p:cNvPr>
          <p:cNvSpPr/>
          <p:nvPr/>
        </p:nvSpPr>
        <p:spPr>
          <a:xfrm>
            <a:off x="7360920" y="2011680"/>
            <a:ext cx="180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Ver</a:t>
            </a:r>
            <a:endParaRPr lang="es-AR" dirty="0"/>
          </a:p>
        </p:txBody>
      </p:sp>
      <p:sp>
        <p:nvSpPr>
          <p:cNvPr id="6" name="5 Rectángulo redondeado">
            <a:hlinkClick r:id="rId3" action="ppaction://hlinksldjump"/>
          </p:cNvPr>
          <p:cNvSpPr/>
          <p:nvPr/>
        </p:nvSpPr>
        <p:spPr>
          <a:xfrm>
            <a:off x="7360920" y="2468878"/>
            <a:ext cx="180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Ver</a:t>
            </a:r>
            <a:endParaRPr lang="es-AR" dirty="0"/>
          </a:p>
        </p:txBody>
      </p:sp>
      <p:sp>
        <p:nvSpPr>
          <p:cNvPr id="7" name="6 Rectángulo redondeado">
            <a:hlinkClick r:id="rId4" action="ppaction://hlinksldjump"/>
          </p:cNvPr>
          <p:cNvSpPr/>
          <p:nvPr/>
        </p:nvSpPr>
        <p:spPr>
          <a:xfrm>
            <a:off x="7360920" y="2926076"/>
            <a:ext cx="180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Ver</a:t>
            </a:r>
            <a:endParaRPr lang="es-AR" dirty="0"/>
          </a:p>
        </p:txBody>
      </p:sp>
      <p:sp>
        <p:nvSpPr>
          <p:cNvPr id="9" name="8 Rectángulo redondeado">
            <a:hlinkClick r:id="rId5" action="ppaction://hlinksldjump"/>
          </p:cNvPr>
          <p:cNvSpPr/>
          <p:nvPr/>
        </p:nvSpPr>
        <p:spPr>
          <a:xfrm>
            <a:off x="7360920" y="3383274"/>
            <a:ext cx="180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Ver</a:t>
            </a:r>
            <a:endParaRPr lang="es-AR" dirty="0"/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2</a:t>
            </a:fld>
            <a:endParaRPr lang="es-AR" dirty="0"/>
          </a:p>
        </p:txBody>
      </p:sp>
      <p:sp>
        <p:nvSpPr>
          <p:cNvPr id="10" name="8 Rectángulo redondeado">
            <a:hlinkClick r:id="rId6" action="ppaction://hlinksldjump"/>
          </p:cNvPr>
          <p:cNvSpPr/>
          <p:nvPr/>
        </p:nvSpPr>
        <p:spPr>
          <a:xfrm>
            <a:off x="7360920" y="3840472"/>
            <a:ext cx="180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Ver</a:t>
            </a:r>
            <a:endParaRPr lang="es-AR" dirty="0"/>
          </a:p>
        </p:txBody>
      </p:sp>
      <p:sp>
        <p:nvSpPr>
          <p:cNvPr id="12" name="8 Rectángulo redondeado">
            <a:hlinkClick r:id="rId7" action="ppaction://hlinksldjump"/>
          </p:cNvPr>
          <p:cNvSpPr/>
          <p:nvPr/>
        </p:nvSpPr>
        <p:spPr>
          <a:xfrm>
            <a:off x="7360920" y="4297670"/>
            <a:ext cx="180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Ver</a:t>
            </a:r>
            <a:endParaRPr lang="es-AR" dirty="0"/>
          </a:p>
        </p:txBody>
      </p:sp>
      <p:sp>
        <p:nvSpPr>
          <p:cNvPr id="4" name="8 Rectángulo redondeado">
            <a:hlinkClick r:id="rId8" action="ppaction://hlinksldjump"/>
            <a:extLst>
              <a:ext uri="{FF2B5EF4-FFF2-40B4-BE49-F238E27FC236}">
                <a16:creationId xmlns="" xmlns:a16="http://schemas.microsoft.com/office/drawing/2014/main" id="{0AE8EA32-DB5C-1AD2-B5D3-B58F7FF51C60}"/>
              </a:ext>
            </a:extLst>
          </p:cNvPr>
          <p:cNvSpPr/>
          <p:nvPr/>
        </p:nvSpPr>
        <p:spPr>
          <a:xfrm>
            <a:off x="7360920" y="4754866"/>
            <a:ext cx="180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Ver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8880410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Caratula</a:t>
            </a:r>
            <a:br>
              <a:rPr lang="es-ES" dirty="0"/>
            </a:br>
            <a:r>
              <a:rPr lang="es-ES" dirty="0"/>
              <a:t/>
            </a:r>
            <a:br>
              <a:rPr lang="es-ES" dirty="0"/>
            </a:br>
            <a:r>
              <a:rPr lang="es-ES" dirty="0"/>
              <a:t> 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Nombre del proyecto: Leandal IA</a:t>
            </a:r>
          </a:p>
          <a:p>
            <a:r>
              <a:rPr lang="es-ES" dirty="0"/>
              <a:t>N° de grupo: 03</a:t>
            </a:r>
          </a:p>
          <a:p>
            <a:r>
              <a:rPr lang="es-ES" dirty="0"/>
              <a:t>Integrantes:</a:t>
            </a:r>
          </a:p>
          <a:p>
            <a:pPr marL="0" indent="0">
              <a:buNone/>
            </a:pPr>
            <a:r>
              <a:rPr lang="es-ES" dirty="0"/>
              <a:t> 	Ojeda Leonardo (Programador, líder del proyecto)</a:t>
            </a:r>
          </a:p>
          <a:p>
            <a:pPr marL="0" indent="0">
              <a:buNone/>
            </a:pPr>
            <a:r>
              <a:rPr lang="es-ES" dirty="0"/>
              <a:t> 	Ojeda Andrés (Programador, analista funcional )</a:t>
            </a:r>
          </a:p>
          <a:p>
            <a:pPr marL="0" indent="0">
              <a:buNone/>
            </a:pPr>
            <a:r>
              <a:rPr lang="es-ES" dirty="0"/>
              <a:t> 	mansilla Alexis (Diseñador grafico, Programador)</a:t>
            </a:r>
          </a:p>
          <a:p>
            <a:r>
              <a:rPr lang="es-ES" dirty="0"/>
              <a:t>Profesor: Ponce Daniel</a:t>
            </a:r>
          </a:p>
          <a:p>
            <a:r>
              <a:rPr lang="es-ES" dirty="0"/>
              <a:t>Curso: Programación</a:t>
            </a:r>
          </a:p>
          <a:p>
            <a:r>
              <a:rPr lang="es-ES" dirty="0"/>
              <a:t>División: °i</a:t>
            </a:r>
          </a:p>
          <a:p>
            <a:r>
              <a:rPr lang="es-ES" dirty="0"/>
              <a:t>Año: 7°</a:t>
            </a:r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3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284116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 Introducción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AR" dirty="0"/>
              <a:t>Decidimos elegir como proyecto realizar una IA porque nos pareció un proyecto desafiante que nos ayudara como experiencia en el futuro, además de ser algo innovador en la escuela y saber como es que funciona una IA.</a:t>
            </a:r>
          </a:p>
        </p:txBody>
      </p:sp>
      <p:sp>
        <p:nvSpPr>
          <p:cNvPr id="7" name="Marcador de contenido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AR" dirty="0"/>
              <a:t>Otra opción que pensamos era hacer un videojuego como proyecto pero </a:t>
            </a:r>
            <a:r>
              <a:rPr lang="es-AR" dirty="0" smtClean="0"/>
              <a:t>no nos </a:t>
            </a:r>
            <a:r>
              <a:rPr lang="es-AR" dirty="0"/>
              <a:t>pareció conveniente porque la idea del juego no estaba muy solida y además, ninguno tiene mucha experiencia en el desarrollo de juegos.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4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870811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Tema del proyecto</a:t>
            </a:r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dirty="0"/>
              <a:t>Descripción</a:t>
            </a:r>
            <a:endParaRPr lang="es-AR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AR" dirty="0"/>
              <a:t>Nuestra idea para la IA es que pueda responder preguntas sobre la escuela, que cada alumno con alguna duda pueda preguntárselo a la IA y que esta le responda correctamente.</a:t>
            </a:r>
          </a:p>
          <a:p>
            <a:r>
              <a:rPr lang="es-AR" dirty="0"/>
              <a:t>ayudaría a los alumnos (por lo general de ciclo básico) a entender mejor el contexto de la escuela.</a:t>
            </a:r>
          </a:p>
          <a:p>
            <a:endParaRPr lang="es-AR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" dirty="0"/>
              <a:t>Objetivo</a:t>
            </a:r>
            <a:endParaRPr lang="es-AR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AR" dirty="0"/>
              <a:t>El objetivo que le dimos a nuestro proyecto es que pueda ser una herramienta a la que los alumnos puedan acudir en caso de necesitar ayuda a orientarse por la escuela Y otro objetivo es que los alumnos estén bien informados a la hora de decidir que orientación van a elegir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524537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Desarrollo del proyecto</a:t>
            </a:r>
            <a:endParaRPr lang="es-AR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dirty="0"/>
              <a:t>Trabajo en Equipo</a:t>
            </a:r>
            <a:endParaRPr lang="es-AR" dirty="0"/>
          </a:p>
        </p:txBody>
      </p:sp>
      <p:sp>
        <p:nvSpPr>
          <p:cNvPr id="9" name="Marcador de contenido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El trabajo en equipo lo hicimos con reuniones en la escuela y comunicación desde nuestras casas, trabajando colaborativamente a distancia.</a:t>
            </a:r>
          </a:p>
          <a:p>
            <a:r>
              <a:rPr lang="es-ES" dirty="0"/>
              <a:t>Usamos la metodología de trabajo “kanban” para la organización del proyecto.</a:t>
            </a:r>
            <a:endParaRPr lang="es-AR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" dirty="0"/>
              <a:t>Herramientas</a:t>
            </a:r>
            <a:endParaRPr lang="es-AR" dirty="0"/>
          </a:p>
        </p:txBody>
      </p:sp>
      <p:sp>
        <p:nvSpPr>
          <p:cNvPr id="11" name="Marcador de contenido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/>
              <a:t>Usamos un repositorio en Git hub para guardar todo el desarrollo, además de también usarlo para el control de versiones.</a:t>
            </a:r>
          </a:p>
          <a:p>
            <a:r>
              <a:rPr lang="es-ES" dirty="0"/>
              <a:t>La IA va a estar desarrollada con PHP y JS para el funcionamiento, MySQL para la Base de Datos, HTML Y CSS para el diseño y XAMPP para el servidor.</a:t>
            </a:r>
          </a:p>
          <a:p>
            <a:r>
              <a:rPr lang="es-ES" dirty="0"/>
              <a:t>También usamos canva y draw.io para los pre diseños y diagramas.</a:t>
            </a:r>
            <a:endParaRPr lang="es-AR" dirty="0"/>
          </a:p>
        </p:txBody>
      </p:sp>
      <p:sp>
        <p:nvSpPr>
          <p:cNvPr id="12" name="Marcador de número de diapositiva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6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187466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Diagrama de Actividad</a:t>
            </a:r>
            <a:endParaRPr lang="es-AR" dirty="0"/>
          </a:p>
        </p:txBody>
      </p:sp>
      <p:sp>
        <p:nvSpPr>
          <p:cNvPr id="19" name="1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7</a:t>
            </a:fld>
            <a:endParaRPr lang="es-AR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34" y="1738859"/>
            <a:ext cx="9037499" cy="478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5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Diagrama de Estado</a:t>
            </a:r>
            <a:endParaRPr lang="es-AR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8</a:t>
            </a:fld>
            <a:endParaRPr lang="es-AR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351" y="1409283"/>
            <a:ext cx="4736891" cy="523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468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Diagrama de Casos de Uso</a:t>
            </a:r>
            <a:endParaRPr lang="es-AR" dirty="0"/>
          </a:p>
        </p:txBody>
      </p:sp>
      <p:sp>
        <p:nvSpPr>
          <p:cNvPr id="8" name="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9</a:t>
            </a:fld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77" y="1663908"/>
            <a:ext cx="8244590" cy="488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5866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Diagrama de </a:t>
            </a:r>
            <a:r>
              <a:rPr lang="es-ES" dirty="0" smtClean="0"/>
              <a:t>Entidad-Relación</a:t>
            </a:r>
            <a:endParaRPr lang="es-AR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10</a:t>
            </a:fld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888" y="1424066"/>
            <a:ext cx="8356945" cy="527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325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Diagrama de Gantt</a:t>
            </a:r>
            <a:endParaRPr lang="es-AR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11</a:t>
            </a:fld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84" y="1573967"/>
            <a:ext cx="11407514" cy="512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599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576793"/>
            <a:ext cx="9404723" cy="1400530"/>
          </a:xfrm>
        </p:spPr>
        <p:txBody>
          <a:bodyPr/>
          <a:lstStyle/>
          <a:p>
            <a:pPr algn="ctr"/>
            <a:r>
              <a:rPr lang="es-ES" dirty="0"/>
              <a:t>Boceto</a:t>
            </a:r>
            <a:endParaRPr lang="es-AR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1"/>
          </p:nvPr>
        </p:nvSpPr>
        <p:spPr>
          <a:xfrm>
            <a:off x="1074959" y="1640850"/>
            <a:ext cx="4396339" cy="4195763"/>
          </a:xfrm>
        </p:spPr>
        <p:txBody>
          <a:bodyPr/>
          <a:lstStyle/>
          <a:p>
            <a:r>
              <a:rPr lang="es-ES" dirty="0"/>
              <a:t>Parte principal con el chat</a:t>
            </a:r>
            <a:endParaRPr lang="es-AR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>
          <a:xfrm>
            <a:off x="5654493" y="1636368"/>
            <a:ext cx="4396341" cy="4854919"/>
          </a:xfrm>
        </p:spPr>
        <p:txBody>
          <a:bodyPr/>
          <a:lstStyle/>
          <a:p>
            <a:r>
              <a:rPr lang="es-ES" dirty="0"/>
              <a:t>El chat sin respuesta</a:t>
            </a:r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12</a:t>
            </a:fld>
            <a:endParaRPr lang="es-AR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64" y="2081212"/>
            <a:ext cx="4371975" cy="44100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="" xmlns:a16="http://schemas.microsoft.com/office/drawing/2014/main" id="{A45920B2-8AA4-6562-A1DB-956D9C49F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739" y="2081212"/>
            <a:ext cx="4105848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140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998D729-A35F-FD4C-8BED-D216740C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Diseños Finales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6CB80054-DB07-E7F0-809B-B9BB47245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6727" y="1853248"/>
            <a:ext cx="4396339" cy="4195763"/>
          </a:xfrm>
        </p:spPr>
        <p:txBody>
          <a:bodyPr/>
          <a:lstStyle/>
          <a:p>
            <a:pPr marL="0" indent="0">
              <a:buNone/>
            </a:pP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8047D2A5-4E55-DBD2-7130-41B3175F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03654" y="1853248"/>
            <a:ext cx="4396341" cy="4200245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+mn-lt"/>
              </a:rPr>
              <a:t>Al Iniciar sesión se desbloquean las funciones del menú y  permite agregar una respuesta si no hay y ver el historial.</a:t>
            </a:r>
          </a:p>
          <a:p>
            <a:pPr marL="0" indent="0">
              <a:buNone/>
            </a:pPr>
            <a:endParaRPr lang="es-MX" dirty="0">
              <a:latin typeface="+mn-lt"/>
            </a:endParaRPr>
          </a:p>
          <a:p>
            <a:pPr marL="0" indent="0">
              <a:buNone/>
            </a:pPr>
            <a:r>
              <a:rPr lang="es-MX" dirty="0">
                <a:latin typeface="+mn-lt"/>
              </a:rPr>
              <a:t>Planes a agregar en un futuro:</a:t>
            </a:r>
          </a:p>
          <a:p>
            <a:pPr marL="0" indent="0">
              <a:buNone/>
            </a:pPr>
            <a:r>
              <a:rPr lang="es-MX" dirty="0">
                <a:latin typeface="+mn-lt"/>
              </a:rPr>
              <a:t>.preguntas </a:t>
            </a:r>
            <a:r>
              <a:rPr lang="es-MX" dirty="0" smtClean="0">
                <a:latin typeface="+mn-lt"/>
              </a:rPr>
              <a:t>relacionadas</a:t>
            </a:r>
            <a:r>
              <a:rPr lang="es-MX" dirty="0" smtClean="0">
                <a:latin typeface="+mn-lt"/>
              </a:rPr>
              <a:t>.</a:t>
            </a:r>
            <a:endParaRPr lang="es-MX" dirty="0">
              <a:latin typeface="+mn-lt"/>
            </a:endParaRPr>
          </a:p>
          <a:p>
            <a:pPr marL="0" indent="0">
              <a:buNone/>
            </a:pPr>
            <a:r>
              <a:rPr lang="es-MX" dirty="0">
                <a:latin typeface="+mn-lt"/>
              </a:rPr>
              <a:t>.mostrar el nombre de quien publico la </a:t>
            </a:r>
            <a:r>
              <a:rPr lang="es-MX" dirty="0" smtClean="0">
                <a:latin typeface="+mn-lt"/>
              </a:rPr>
              <a:t>respuesta.</a:t>
            </a:r>
            <a:endParaRPr lang="es-MX" dirty="0">
              <a:latin typeface="+mn-lt"/>
            </a:endParaRPr>
          </a:p>
          <a:p>
            <a:pPr marL="0" indent="0">
              <a:buNone/>
            </a:pPr>
            <a:r>
              <a:rPr lang="es-MX" dirty="0">
                <a:latin typeface="+mn-lt"/>
              </a:rPr>
              <a:t>.mejorar el diseño de la </a:t>
            </a:r>
            <a:r>
              <a:rPr lang="es-MX" dirty="0" smtClean="0">
                <a:latin typeface="+mn-lt"/>
              </a:rPr>
              <a:t>IA</a:t>
            </a:r>
            <a:r>
              <a:rPr lang="es-MX" dirty="0" smtClean="0">
                <a:latin typeface="+mn-lt"/>
              </a:rPr>
              <a:t>.</a:t>
            </a:r>
          </a:p>
          <a:p>
            <a:pPr marL="0" indent="0">
              <a:buNone/>
            </a:pPr>
            <a:endParaRPr lang="es-MX" dirty="0">
              <a:latin typeface="+mn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="" xmlns:a16="http://schemas.microsoft.com/office/drawing/2014/main" id="{CA7788E6-D1E3-48EB-9F0E-B612C2D09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566" y="1851007"/>
            <a:ext cx="4445499" cy="4834928"/>
          </a:xfrm>
          <a:prstGeom prst="rect">
            <a:avLst/>
          </a:prstGeom>
        </p:spPr>
      </p:pic>
      <p:sp>
        <p:nvSpPr>
          <p:cNvPr id="11" name="Marcador de número de diapositiva 10">
            <a:extLst>
              <a:ext uri="{FF2B5EF4-FFF2-40B4-BE49-F238E27FC236}">
                <a16:creationId xmlns="" xmlns:a16="http://schemas.microsoft.com/office/drawing/2014/main" id="{6A0503E9-D4B0-AE9C-4261-2801A160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13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145720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491</TotalTime>
  <Words>469</Words>
  <Application>Microsoft Office PowerPoint</Application>
  <PresentationFormat>Panorámica</PresentationFormat>
  <Paragraphs>77</Paragraphs>
  <Slides>13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Wingdings</vt:lpstr>
      <vt:lpstr>Wingdings 3</vt:lpstr>
      <vt:lpstr>Ion</vt:lpstr>
      <vt:lpstr>Presentación de PowerPoint</vt:lpstr>
      <vt:lpstr>Índice</vt:lpstr>
      <vt:lpstr>Caratula   </vt:lpstr>
      <vt:lpstr> Introducción</vt:lpstr>
      <vt:lpstr>Tema del proyecto</vt:lpstr>
      <vt:lpstr>Desarrollo del proyecto</vt:lpstr>
      <vt:lpstr>Diagrama de Actividad</vt:lpstr>
      <vt:lpstr>Diagrama de Estado</vt:lpstr>
      <vt:lpstr>Diagrama de Casos de Uso</vt:lpstr>
      <vt:lpstr>Diagrama de Entidad-Relación</vt:lpstr>
      <vt:lpstr>Diagrama de Gantt</vt:lpstr>
      <vt:lpstr>Boceto</vt:lpstr>
      <vt:lpstr>Diseños Finales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LEANDAL</dc:title>
  <dc:creator>LangTecnologia</dc:creator>
  <cp:lastModifiedBy>LangTecnologia</cp:lastModifiedBy>
  <cp:revision>48</cp:revision>
  <dcterms:created xsi:type="dcterms:W3CDTF">2025-07-04T13:56:28Z</dcterms:created>
  <dcterms:modified xsi:type="dcterms:W3CDTF">2025-08-06T13:18:53Z</dcterms:modified>
</cp:coreProperties>
</file>